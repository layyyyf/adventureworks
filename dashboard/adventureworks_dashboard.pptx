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211-7542-11B8-7CA0-F306BE09D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4D1C6-389D-269A-2C1E-D0EBE3D68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B06A5-45F0-4572-BC7C-273F0E1E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8E503-0AF5-7322-27CD-8EE229D2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64DB-A3FD-67C8-F8C0-82A6FF0B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4071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12F0-7B9D-B0E7-8D7B-583B39A4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B650B-2578-B218-C17A-2270ED594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05524-C2D9-5E6B-9657-55D49499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26981-A1AD-C844-9413-C50F2964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F2DD9-AB10-2410-A85B-B57AD8C0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399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6143-25E9-6E4C-7D18-6C73FC01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8587F-2422-3530-57FB-E240068BE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6E9B2-B89F-A4A9-1642-15359913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6ABE-27BD-D019-F75B-26F76C0C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D0E15-C5E4-CC0B-CBDD-09620E50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909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3E61-29F2-E820-2EA1-DB7128EC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6375-BC5B-7C56-7243-7E559E9B1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5639D-9B17-54FF-94D4-83714CDA6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437F2-1169-864F-4EAC-16A1F334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AAB38-AE5F-3221-727A-70392FFA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DB03-7588-4A0B-DC76-3D8303C3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626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2D70-E376-4E63-E27F-D4834D32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AF2AB-C6FC-195F-5C5A-E9FBB8C9C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F89FA-5EC5-DDD3-E369-EB853436D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8B0057-2402-0F43-1B5B-C1E7F07EA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1C882-E0E9-3BDD-C847-99437ADA4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FB8189-17B8-8B19-3DBC-F7C0E6C1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0F494-56A2-F59F-90BA-4E001929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614D7-21A7-55A3-1D81-6671485A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23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A35C-F326-3838-FE85-6084AF13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13F5A-1F2C-6050-63D0-A5A15E41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8FB49-88D3-10B9-9BDF-29BE02AB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6A941-C678-6B9D-65F7-7D61FFF4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927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25197-462E-ABCC-59B4-BE6AB588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3921A-E056-72C4-1F84-5C2AB257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78C09-E10A-0FEA-D7C6-77D383A9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582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1A66-6CFB-697D-8971-9023A5A30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ADF7-FCE5-EA40-87CA-C89844B9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E0A7A-8512-FAEA-DE7F-6B77D346A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17B98-B266-7F35-6B96-4AFF36AA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C6E63-06FE-F73C-6FE9-4276EE60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072FA-C9CA-6FF7-0BA5-CC260FAD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351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3359-6816-F1B6-A714-E7EB950F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06D48-3365-F3ED-CCFA-75310B6B8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4FBEF-C60D-421A-9138-A688C316E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37653-DF57-076B-4484-FD136DB8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7C1BB-BEB6-4669-381D-36362763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C97FE-F7BC-2A0E-AEF7-1B4AB585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707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CCD9-B62A-66CC-5C35-8F88AB80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B3B04-68AE-9BFC-C330-BBA98EFD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F16C9-1D4B-5329-6CC9-E98CCE390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B60CD-B523-8178-195B-F46DA92F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2DA9F-2DC7-90D4-BB73-4CC32A23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727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4D2D5-851F-444E-2C71-DAA797A3C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3D0BC-8DB4-E3C3-16C4-26E7AA05D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1D2DB-3E60-ED13-21EC-20F1D505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6ADD0-5BAE-3BF4-726C-0D7AA746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0E5F8-98FC-58BA-07C6-0FA0ECB1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196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97E02-2053-17D3-1B52-6D2DB483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3BDC9-81DC-03FE-6BCC-DFDD1DB1A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50D9A-E472-3C67-BB64-2C005D27E7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239B3-1648-44E4-8869-107C906EDFBF}" type="datetimeFigureOut">
              <a:rPr lang="en-MY" smtClean="0"/>
              <a:t>9/6/2026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3FE25-1F01-DF16-13E1-B004DE68C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FFECB-2DAA-FB74-047D-2D7C6A84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976B0-42DE-4BFA-8677-6D83B1290A6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814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97E8C6-2AF9-FA42-B13D-BE1E2B6A7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58" y="0"/>
            <a:ext cx="10656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98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CA95CF-C832-6D61-B3F5-2380B0B9A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723"/>
            <a:ext cx="12192000" cy="535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18CD-D641-F0F7-7BAB-F5403435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242F7-8D07-EA63-316E-DCA83E770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3728"/>
            <a:ext cx="12192000" cy="537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5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DataMicron</dc:creator>
  <cp:lastModifiedBy>DataMicron</cp:lastModifiedBy>
  <cp:revision>1</cp:revision>
  <dcterms:created xsi:type="dcterms:W3CDTF">2026-06-09T03:34:17Z</dcterms:created>
  <dcterms:modified xsi:type="dcterms:W3CDTF">2026-06-09T03:41:00Z</dcterms:modified>
</cp:coreProperties>
</file>